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1fb57294de4d1e" /><Relationship Type="http://schemas.openxmlformats.org/officeDocument/2006/relationships/extended-properties" Target="/docProps/app.xml" Id="Rc82103cfe6f841da" /><Relationship Type="http://schemas.openxmlformats.org/officeDocument/2006/relationships/officeDocument" Target="/ppt/presentation.xml" Id="R1556cf862bb242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65b83b30c8431f"/>
  </p:sldMasterIdLst>
  <p:notesMasterIdLst>
    <p:notesMasterId xmlns:r="http://schemas.openxmlformats.org/officeDocument/2006/relationships" r:id="R6437942c1a5d49ba"/>
  </p:notesMasterIdLst>
  <p:sldIdLst>
    <p:sldId xmlns:r="http://schemas.openxmlformats.org/officeDocument/2006/relationships" id="256" r:id="Rc91677eba7294f90"/>
  </p:sldIdLst>
  <p:sldSz cx="12192000" cy="5810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c0664b6d3f4911" /><Relationship Type="http://schemas.openxmlformats.org/officeDocument/2006/relationships/slideMaster" Target="/ppt/slideMasters/slideMaster1.xml" Id="Rfc65b83b30c8431f" /><Relationship Type="http://schemas.openxmlformats.org/officeDocument/2006/relationships/notesMaster" Target="/ppt/notesMasters/notesMaster1.xml" Id="R6437942c1a5d49ba" /><Relationship Type="http://schemas.openxmlformats.org/officeDocument/2006/relationships/presProps" Target="/ppt/presProps.xml" Id="R083d92b450d34e49" /><Relationship Type="http://schemas.openxmlformats.org/officeDocument/2006/relationships/tableStyles" Target="/ppt/tableStyles.xml" Id="Rfe916eb0e6ae42ed" /><Relationship Type="http://schemas.openxmlformats.org/officeDocument/2006/relationships/slide" Target="/ppt/slides/slide1.xml" Id="Rc91677eba7294f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099104d41947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c6ffe4203e4fe9" /><Relationship Type="http://schemas.openxmlformats.org/officeDocument/2006/relationships/notesMaster" Target="/ppt/notesMasters/notesMaster1.xml" Id="Ra2574951949248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91c5f58594c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a34f838d143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411524dc64f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be8db8f474a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f7e2d5d5442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80133f0d624d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87935F-B82B-45E2-A1CF-A8C9B5B1AA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194983"/>
            <a:ext cx="9753600" cy="83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9987E1-8268-4897-9D79-A1CD94D4E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195638"/>
            <a:ext cx="8534400" cy="645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B92C28A-A35A-4EE8-8E5B-99A5BF8AEF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420938"/>
            <a:ext cx="9753600" cy="96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B40876-E813-4E45-B39F-7E51F0396A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51908"/>
            <a:ext cx="10820400" cy="71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9B6EED-8470-447F-AA8D-A9641F1705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13958"/>
            <a:ext cx="10820400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675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1908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10142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8375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6608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84842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43075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01308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9542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CEC903-BC1E-4722-AA94-4F9F170034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51908"/>
            <a:ext cx="10820400" cy="71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BF2E5F-53C2-437B-B39F-9DC2EF5BE9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13958"/>
            <a:ext cx="5029200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675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1908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10142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8375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6608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84842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43075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01308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9542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D45290-60D4-4D10-AB01-92FFC62DE5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613958"/>
            <a:ext cx="5029200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675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1908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10142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8375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6608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84842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43075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01308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9542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73C5A3-BECF-4F94-A4B3-600373CD92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51908"/>
            <a:ext cx="10820400" cy="71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7F2A73-BC00-4FC1-BD05-849BA9FFD5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13958"/>
            <a:ext cx="5029200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675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1908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10142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8375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6608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84842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43075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01308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9542" indent="-193675" algn="l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0a7066babb411b" /><Relationship Type="http://schemas.openxmlformats.org/officeDocument/2006/relationships/slideLayout" Target="/ppt/slideLayouts/slideLayout1.xml" Id="R49a1f9771b264995" /><Relationship Type="http://schemas.openxmlformats.org/officeDocument/2006/relationships/slideLayout" Target="/ppt/slideLayouts/slideLayout2.xml" Id="R2b735c2f167a4b6e" /><Relationship Type="http://schemas.openxmlformats.org/officeDocument/2006/relationships/slideLayout" Target="/ppt/slideLayouts/slideLayout3.xml" Id="R32299b89909046d0" /><Relationship Type="http://schemas.openxmlformats.org/officeDocument/2006/relationships/slideLayout" Target="/ppt/slideLayouts/slideLayout4.xml" Id="R349e6482d055493c" /><Relationship Type="http://schemas.openxmlformats.org/officeDocument/2006/relationships/slideLayout" Target="/ppt/slideLayouts/slideLayout5.xml" Id="Rac6df53309fc4b2f" /><Relationship Type="http://schemas.openxmlformats.org/officeDocument/2006/relationships/slideLayout" Target="/ppt/slideLayouts/slideLayout6.xml" Id="R27a5aa1cff2b49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a1f9771b264995"/>
    <p:sldLayoutId xmlns:r="http://schemas.openxmlformats.org/officeDocument/2006/relationships" id="2147483650" r:id="R2b735c2f167a4b6e"/>
    <p:sldLayoutId xmlns:r="http://schemas.openxmlformats.org/officeDocument/2006/relationships" id="2147483651" r:id="R32299b89909046d0"/>
    <p:sldLayoutId xmlns:r="http://schemas.openxmlformats.org/officeDocument/2006/relationships" id="2147483652" r:id="R349e6482d055493c"/>
    <p:sldLayoutId xmlns:r="http://schemas.openxmlformats.org/officeDocument/2006/relationships" id="2147483653" r:id="Rac6df53309fc4b2f"/>
    <p:sldLayoutId xmlns:r="http://schemas.openxmlformats.org/officeDocument/2006/relationships" id="2147483654" r:id="R27a5aa1cff2b49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910ddfb774bc0" /><Relationship Type="http://schemas.openxmlformats.org/officeDocument/2006/relationships/notesSlide" Target="/ppt/notesSlides/notesSlide1.xml" Id="R765dae8c16c14f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rusted-workstation-boundary">
            <a:extLst xmlns:a="http://schemas.openxmlformats.org/drawingml/2006/main">
              <a:ext uri="{FF2B5EF4-FFF2-40B4-BE49-F238E27FC236}">
                <a16:creationId xmlns:a16="http://schemas.microsoft.com/office/drawing/2014/main" id="{B2926D01-30EC-4E39-B471-4C87101E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00050"/>
            <a:ext cx="56388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17145">
            <a:solidFill>
              <a:srgbClr val="738B99"/>
            </a:solidFill>
            <a:prstDash val="solid"/>
          </a:ln>
        </p:spPr>
      </p:sp>
      <p:sp>
        <p:nvSpPr>
          <p:cNvPr id="2" name="remote-services-boundary">
            <a:extLst xmlns:a="http://schemas.openxmlformats.org/drawingml/2006/main">
              <a:ext uri="{FF2B5EF4-FFF2-40B4-BE49-F238E27FC236}">
                <a16:creationId xmlns:a16="http://schemas.microsoft.com/office/drawing/2014/main" id="{7E0B9B6E-58EA-476C-ADC1-D30A4EAB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"/>
            <a:ext cx="58674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7145">
            <a:solidFill>
              <a:srgbClr val="A7B4BB"/>
            </a:solidFill>
            <a:prstDash val="solid"/>
          </a:ln>
        </p:spPr>
      </p:sp>
      <p:sp>
        <p:nvSpPr>
          <p:cNvPr id="3" name="trusted-boundary-label">
            <a:extLst xmlns:a="http://schemas.openxmlformats.org/drawingml/2006/main">
              <a:ext uri="{FF2B5EF4-FFF2-40B4-BE49-F238E27FC236}">
                <a16:creationId xmlns:a16="http://schemas.microsoft.com/office/drawing/2014/main" id="{E4FABE05-168B-43A5-8994-9A8C7510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TRUSTED WORKSTATION</a:t>
            </a:r>
          </a:p>
        </p:txBody>
      </p:sp>
      <p:sp>
        <p:nvSpPr>
          <p:cNvPr id="4" name="remote-boundary-label">
            <a:extLst xmlns:a="http://schemas.openxmlformats.org/drawingml/2006/main">
              <a:ext uri="{FF2B5EF4-FFF2-40B4-BE49-F238E27FC236}">
                <a16:creationId xmlns:a16="http://schemas.microsoft.com/office/drawing/2014/main" id="{EA87D3D9-9CA9-4844-9903-0DB828C9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72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REMOTE SERVICES</a:t>
            </a:r>
          </a:p>
        </p:txBody>
      </p:sp>
      <p:sp>
        <p:nvSpPr>
          <p:cNvPr id="5" name="prompt-path-label">
            <a:extLst xmlns:a="http://schemas.openxmlformats.org/drawingml/2006/main">
              <a:ext uri="{FF2B5EF4-FFF2-40B4-BE49-F238E27FC236}">
                <a16:creationId xmlns:a16="http://schemas.microsoft.com/office/drawing/2014/main" id="{8246E2AC-7956-4597-B719-DE139B04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99743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99743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99743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99743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99743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99743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99743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99743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99743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9974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9974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97435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6" name="update-path-label">
            <a:extLst xmlns:a="http://schemas.openxmlformats.org/drawingml/2006/main">
              <a:ext uri="{FF2B5EF4-FFF2-40B4-BE49-F238E27FC236}">
                <a16:creationId xmlns:a16="http://schemas.microsoft.com/office/drawing/2014/main" id="{AD369954-44D4-4A6C-A52D-40753DF8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526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7657"/>
                </a:solidFill>
                <a:latin typeface="Arial"/>
                <a:ea typeface="Arial"/>
                <a:cs typeface="Arial"/>
              </a:rPr>
              <a:t>UPDATES</a:t>
            </a:r>
          </a:p>
        </p:txBody>
      </p:sp>
      <p:sp>
        <p:nvSpPr>
          <p:cNvPr id="7" name="weights-label">
            <a:extLst xmlns:a="http://schemas.openxmlformats.org/drawingml/2006/main">
              <a:ext uri="{FF2B5EF4-FFF2-40B4-BE49-F238E27FC236}">
                <a16:creationId xmlns:a16="http://schemas.microsoft.com/office/drawing/2014/main" id="{DD535DF7-5118-4F87-A1FB-0FBBC37F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31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D76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7657"/>
                </a:solidFill>
                <a:latin typeface="Arial"/>
                <a:ea typeface="Arial"/>
                <a:cs typeface="Arial"/>
              </a:rPr>
              <a:t>Verified parameters</a:t>
            </a:r>
          </a:p>
        </p:txBody>
      </p:sp>
      <p:sp>
        <p:nvSpPr>
          <p:cNvPr id="8" name="reporting-path-label">
            <a:extLst xmlns:a="http://schemas.openxmlformats.org/drawingml/2006/main">
              <a:ext uri="{FF2B5EF4-FFF2-40B4-BE49-F238E27FC236}">
                <a16:creationId xmlns:a16="http://schemas.microsoft.com/office/drawing/2014/main" id="{C67B624A-A678-4A35-A174-90FB01C1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8618D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9" name="supported-prompt-hooks">
            <a:extLst xmlns:a="http://schemas.openxmlformats.org/drawingml/2006/main">
              <a:ext uri="{FF2B5EF4-FFF2-40B4-BE49-F238E27FC236}">
                <a16:creationId xmlns:a16="http://schemas.microsoft.com/office/drawing/2014/main" id="{F8F738BE-4EA5-455D-8B2A-53BE23AA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6764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5240">
            <a:solidFill>
              <a:srgbClr val="526C7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78103"/>
          </a:bodyPr>
          <a:lstStyle xmlns:a="http://schemas.openxmlformats.org/drawingml/2006/main">
            <a:def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Supported page hooks</a:t>
            </a:r>
          </a:p>
          <a:p xmlns:a="http://schemas.openxmlformats.org/drawingml/2006/main">
            <a: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fetch / XHR</a:t>
            </a:r>
          </a:p>
        </p:txBody>
      </p:sp>
      <p:sp>
        <p:nvSpPr>
          <p:cNvPr id="10" name="extension-background">
            <a:extLst xmlns:a="http://schemas.openxmlformats.org/drawingml/2006/main">
              <a:ext uri="{FF2B5EF4-FFF2-40B4-BE49-F238E27FC236}">
                <a16:creationId xmlns:a16="http://schemas.microsoft.com/office/drawing/2014/main" id="{1FA49D0A-5A43-4575-9714-B5EAAEDB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714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5240">
            <a:solidFill>
              <a:srgbClr val="526C7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Extension</a:t>
            </a:r>
          </a:p>
          <a:p xmlns:a="http://schemas.openxmlformats.org/drawingml/2006/main">
            <a: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11" name="local-runtime">
            <a:extLst xmlns:a="http://schemas.openxmlformats.org/drawingml/2006/main">
              <a:ext uri="{FF2B5EF4-FFF2-40B4-BE49-F238E27FC236}">
                <a16:creationId xmlns:a16="http://schemas.microsoft.com/office/drawing/2014/main" id="{8686F679-0504-40C9-B6CB-021E5E17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33600"/>
            <a:ext cx="214312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5240">
            <a:solidFill>
              <a:srgbClr val="526C7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96966"/>
          </a:bodyPr>
          <a:lstStyle xmlns:a="http://schemas.openxmlformats.org/drawingml/2006/main">
            <a:def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Local Python runtime</a:t>
            </a:r>
          </a:p>
          <a:p xmlns:a="http://schemas.openxmlformats.org/drawingml/2006/main">
            <a: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Rules → NER → model</a:t>
            </a:r>
          </a:p>
        </p:txBody>
      </p:sp>
      <p:sp>
        <p:nvSpPr>
          <p:cNvPr id="12" name="native-messaging-supervisor">
            <a:extLst xmlns:a="http://schemas.openxmlformats.org/drawingml/2006/main">
              <a:ext uri="{FF2B5EF4-FFF2-40B4-BE49-F238E27FC236}">
                <a16:creationId xmlns:a16="http://schemas.microsoft.com/office/drawing/2014/main" id="{2C008CDF-0107-4FF6-BEC5-9013ACA8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714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5240">
            <a:solidFill>
              <a:srgbClr val="526C7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Native-messaging</a:t>
            </a:r>
          </a:p>
          <a:p xmlns:a="http://schemas.openxmlformats.org/drawingml/2006/main">
            <a: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supervisor</a:t>
            </a:r>
          </a:p>
        </p:txBody>
      </p:sp>
      <p:sp>
        <p:nvSpPr>
          <p:cNvPr id="13" name="block-outcome">
            <a:extLst xmlns:a="http://schemas.openxmlformats.org/drawingml/2006/main">
              <a:ext uri="{FF2B5EF4-FFF2-40B4-BE49-F238E27FC236}">
                <a16:creationId xmlns:a16="http://schemas.microsoft.com/office/drawing/2014/main" id="{776EE64A-1AD7-428C-9FDC-5A9F0D97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24250"/>
            <a:ext cx="21431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AEEEE"/>
          </a:solidFill>
          <a:ln xmlns:a="http://schemas.openxmlformats.org/drawingml/2006/main" w="15240">
            <a:solidFill>
              <a:srgbClr val="925353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90758"/>
          </a:bodyPr>
          <a:lstStyle xmlns:a="http://schemas.openxmlformats.org/drawingml/2006/main">
            <a:def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BLOCK</a:t>
            </a:r>
          </a:p>
          <a:p xmlns:a="http://schemas.openxmlformats.org/drawingml/2006/main">
            <a: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Cancel supported request</a:t>
            </a:r>
          </a:p>
        </p:txBody>
      </p:sp>
      <p:sp>
        <p:nvSpPr>
          <p:cNvPr id="14" name="hosted-llm">
            <a:extLst xmlns:a="http://schemas.openxmlformats.org/drawingml/2006/main">
              <a:ext uri="{FF2B5EF4-FFF2-40B4-BE49-F238E27FC236}">
                <a16:creationId xmlns:a16="http://schemas.microsoft.com/office/drawing/2014/main" id="{46EB1319-86CC-47BB-9E44-7405B872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19200"/>
            <a:ext cx="3048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5240">
            <a:solidFill>
              <a:srgbClr val="997435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Web-hosted LLM</a:t>
            </a:r>
          </a:p>
          <a:p xmlns:a="http://schemas.openxmlformats.org/drawingml/2006/main">
            <a:pPr algn="ctr">
              <a:defRPr sz="14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receives original body</a:t>
            </a:r>
          </a:p>
        </p:txBody>
      </p:sp>
      <p:sp>
        <p:nvSpPr>
          <p:cNvPr id="15" name="grpc-bridge">
            <a:extLst xmlns:a="http://schemas.openxmlformats.org/drawingml/2006/main">
              <a:ext uri="{FF2B5EF4-FFF2-40B4-BE49-F238E27FC236}">
                <a16:creationId xmlns:a16="http://schemas.microsoft.com/office/drawing/2014/main" id="{8D3F4455-8935-41FE-9FA5-1A59B38A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14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26C7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526C7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526C7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526C7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526C7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526C7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526C7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526C7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526C7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526C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26C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C7B"/>
                </a:solidFill>
                <a:latin typeface="Arial"/>
                <a:ea typeface="Arial"/>
                <a:cs typeface="Arial"/>
              </a:rPr>
              <a:t>loopback gRPC-Web</a:t>
            </a:r>
          </a:p>
        </p:txBody>
      </p:sp>
      <p:sp>
        <p:nvSpPr>
          <p:cNvPr id="16" name="permit-boundary">
            <a:extLst xmlns:a="http://schemas.openxmlformats.org/drawingml/2006/main">
              <a:ext uri="{FF2B5EF4-FFF2-40B4-BE49-F238E27FC236}">
                <a16:creationId xmlns:a16="http://schemas.microsoft.com/office/drawing/2014/main" id="{5F83D0B0-3A2F-4D58-B2AA-F002B5D1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57325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77591E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77591E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77591E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77591E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77591E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77591E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77591E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77591E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77591E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7759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759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591E"/>
                </a:solidFill>
                <a:latin typeface="Arial"/>
                <a:ea typeface="Arial"/>
                <a:cs typeface="Arial"/>
              </a:rPr>
              <a:t>ALLOW / WARN</a:t>
            </a:r>
          </a:p>
          <a:p xmlns:a="http://schemas.openxmlformats.org/drawingml/2006/main">
            <a:pPr algn="ctr">
              <a:defRPr sz="1200" b="1">
                <a:solidFill>
                  <a:srgbClr val="7759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591E"/>
                </a:solidFill>
                <a:latin typeface="Arial"/>
                <a:ea typeface="Arial"/>
                <a:cs typeface="Arial"/>
              </a:rPr>
              <a:t>Forward original body</a:t>
            </a:r>
          </a:p>
        </p:txBody>
      </p:sp>
      <p:sp>
        <p:nvSpPr>
          <p:cNvPr id="17" name="supplied-examples">
            <a:extLst xmlns:a="http://schemas.openxmlformats.org/drawingml/2006/main">
              <a:ext uri="{FF2B5EF4-FFF2-40B4-BE49-F238E27FC236}">
                <a16:creationId xmlns:a16="http://schemas.microsoft.com/office/drawing/2014/main" id="{F4AC5D9C-D3B3-4BEE-A157-4EE9ECE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12573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ED"/>
          </a:solidFill>
          <a:ln xmlns:a="http://schemas.openxmlformats.org/drawingml/2006/main" w="15240">
            <a:solidFill>
              <a:srgbClr val="4D765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98832"/>
          </a:bodyPr>
          <a:lstStyle xmlns:a="http://schemas.openxmlformats.org/drawingml/2006/main">
            <a:def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Supplied labelled</a:t>
            </a:r>
          </a:p>
          <a:p xmlns:a="http://schemas.openxmlformats.org/drawingml/2006/main">
            <a: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18" name="training-service">
            <a:extLst xmlns:a="http://schemas.openxmlformats.org/drawingml/2006/main">
              <a:ext uri="{FF2B5EF4-FFF2-40B4-BE49-F238E27FC236}">
                <a16:creationId xmlns:a16="http://schemas.microsoft.com/office/drawing/2014/main" id="{E44AA766-DB05-40EE-80CC-B8A59033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05100"/>
            <a:ext cx="12573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ED"/>
          </a:solidFill>
          <a:ln xmlns:a="http://schemas.openxmlformats.org/drawingml/2006/main" w="15240">
            <a:solidFill>
              <a:srgbClr val="4D765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86128"/>
          </a:bodyPr>
          <a:lstStyle xmlns:a="http://schemas.openxmlformats.org/drawingml/2006/main">
            <a:def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Training runtime</a:t>
            </a:r>
          </a:p>
          <a:p xmlns:a="http://schemas.openxmlformats.org/drawingml/2006/main">
            <a: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computes candidate</a:t>
            </a:r>
          </a:p>
        </p:txBody>
      </p:sp>
      <p:sp>
        <p:nvSpPr>
          <p:cNvPr id="19" name="guarded-update">
            <a:extLst xmlns:a="http://schemas.openxmlformats.org/drawingml/2006/main">
              <a:ext uri="{FF2B5EF4-FFF2-40B4-BE49-F238E27FC236}">
                <a16:creationId xmlns:a16="http://schemas.microsoft.com/office/drawing/2014/main" id="{553F8413-2CB3-4AB4-8087-A20FEB7B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05100"/>
            <a:ext cx="12573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ED"/>
          </a:solidFill>
          <a:ln xmlns:a="http://schemas.openxmlformats.org/drawingml/2006/main" w="15240">
            <a:solidFill>
              <a:srgbClr val="4D765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84008"/>
          </a:bodyPr>
          <a:lstStyle xmlns:a="http://schemas.openxmlformats.org/drawingml/2006/main">
            <a:defPPr algn="ctr">
              <a:defRPr sz="11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Exact-base and</a:t>
            </a:r>
          </a:p>
          <a:p xmlns:a="http://schemas.openxmlformats.org/drawingml/2006/main">
            <a:pPr algn="ctr">
              <a:defRPr sz="11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retention guard</a:t>
            </a:r>
          </a:p>
          <a:p xmlns:a="http://schemas.openxmlformats.org/drawingml/2006/main">
            <a:pPr algn="ctr">
              <a:defRPr sz="112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Reject: retain base</a:t>
            </a:r>
          </a:p>
        </p:txBody>
      </p:sp>
      <p:sp>
        <p:nvSpPr>
          <p:cNvPr id="20" name="model-service">
            <a:extLst xmlns:a="http://schemas.openxmlformats.org/drawingml/2006/main">
              <a:ext uri="{FF2B5EF4-FFF2-40B4-BE49-F238E27FC236}">
                <a16:creationId xmlns:a16="http://schemas.microsoft.com/office/drawing/2014/main" id="{9AF81990-000A-4252-8B27-801D7175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05100"/>
            <a:ext cx="12573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ED"/>
          </a:solidFill>
          <a:ln xmlns:a="http://schemas.openxmlformats.org/drawingml/2006/main" w="15240">
            <a:solidFill>
              <a:srgbClr val="4D765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82728"/>
          </a:bodyPr>
          <a:lstStyle xmlns:a="http://schemas.openxmlformats.org/drawingml/2006/main">
            <a:def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Publish accepted</a:t>
            </a:r>
          </a:p>
          <a:p xmlns:a="http://schemas.openxmlformats.org/drawingml/2006/main">
            <a:pPr algn="ctr">
              <a:defRPr sz="120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versioned weights</a:t>
            </a:r>
          </a:p>
        </p:txBody>
      </p:sp>
      <p:sp>
        <p:nvSpPr>
          <p:cNvPr id="21" name="coarse-event-fields">
            <a:extLst xmlns:a="http://schemas.openxmlformats.org/drawingml/2006/main">
              <a:ext uri="{FF2B5EF4-FFF2-40B4-BE49-F238E27FC236}">
                <a16:creationId xmlns:a16="http://schemas.microsoft.com/office/drawing/2014/main" id="{FCF8BEC1-CDEC-4C4B-A0AC-825D13BF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16764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EDF7"/>
          </a:solidFill>
          <a:ln xmlns:a="http://schemas.openxmlformats.org/drawingml/2006/main" w="15240">
            <a:solidFill>
              <a:srgbClr val="78618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Coarse event</a:t>
            </a:r>
          </a:p>
          <a:p xmlns:a="http://schemas.openxmlformats.org/drawingml/2006/main">
            <a: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fields</a:t>
            </a:r>
          </a:p>
        </p:txBody>
      </p:sp>
      <p:sp>
        <p:nvSpPr>
          <p:cNvPr id="22" name="local-budget-ledger">
            <a:extLst xmlns:a="http://schemas.openxmlformats.org/drawingml/2006/main">
              <a:ext uri="{FF2B5EF4-FFF2-40B4-BE49-F238E27FC236}">
                <a16:creationId xmlns:a16="http://schemas.microsoft.com/office/drawing/2014/main" id="{B21A3CD4-8EF3-44E0-A492-9596DF69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214312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2EDF7"/>
          </a:solidFill>
          <a:ln xmlns:a="http://schemas.openxmlformats.org/drawingml/2006/main" w="15240">
            <a:solidFill>
              <a:srgbClr val="78618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Local budget ledger</a:t>
            </a:r>
          </a:p>
          <a:p xmlns:a="http://schemas.openxmlformats.org/drawingml/2006/main">
            <a:pPr algn="ctr">
              <a:defRPr sz="1275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and randomization</a:t>
            </a:r>
          </a:p>
        </p:txBody>
      </p:sp>
      <p:sp>
        <p:nvSpPr>
          <p:cNvPr id="23" name="telemetry-collector">
            <a:extLst xmlns:a="http://schemas.openxmlformats.org/drawingml/2006/main">
              <a:ext uri="{FF2B5EF4-FFF2-40B4-BE49-F238E27FC236}">
                <a16:creationId xmlns:a16="http://schemas.microsoft.com/office/drawing/2014/main" id="{823AC212-35EE-4E02-B315-FFF21AD2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3048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EDF7"/>
          </a:solidFill>
          <a:ln xmlns:a="http://schemas.openxmlformats.org/drawingml/2006/main" w="15240">
            <a:solidFill>
              <a:srgbClr val="78618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Telemetry collector</a:t>
            </a:r>
          </a:p>
          <a:p xmlns:a="http://schemas.openxmlformats.org/drawingml/2006/main">
            <a:pPr algn="ctr">
              <a:defRPr sz="1350" b="1">
                <a:solidFill>
                  <a:srgbClr val="172E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E40"/>
                </a:solidFill>
                <a:latin typeface="Arial"/>
                <a:ea typeface="Arial"/>
                <a:cs typeface="Arial"/>
              </a:rPr>
              <a:t>aggregate estimates</a:t>
            </a:r>
          </a:p>
        </p:txBody>
      </p:sp>
      <p:sp>
        <p:nvSpPr>
          <p:cNvPr id="24" name="telemetry-boundary">
            <a:extLst xmlns:a="http://schemas.openxmlformats.org/drawingml/2006/main">
              <a:ext uri="{FF2B5EF4-FFF2-40B4-BE49-F238E27FC236}">
                <a16:creationId xmlns:a16="http://schemas.microsoft.com/office/drawing/2014/main" id="{91D956B5-B0B7-4310-B2C6-88AD3124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43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78618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8618D"/>
                </a:solidFill>
                <a:latin typeface="Arial"/>
                <a:ea typeface="Arial"/>
                <a:cs typeface="Arial"/>
              </a:rPr>
              <a:t>Randomized fields only; no prompt text or training labels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BC761B-35D3-45D9-843B-F3AAA1BED110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95400" y="1828800"/>
            <a:ext cx="304800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526C7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6DD406-E1E2-4273-A1AC-A375D19E227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57450" y="2495550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26C7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5E9019-4F86-467A-B35B-0ECF9451E05B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2457450" y="2495550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26C7B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344732-CD9E-4DED-AD36-2722CAF3222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133600" y="1524000"/>
            <a:ext cx="60579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97435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9D737A-B94C-4D1C-8EA3-814A6520A571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1600200" y="28003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26C7B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C2A0C3-DFF9-4C84-AF41-3633636861AD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562850" y="30765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D76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8173C4-BBCB-415E-95FB-322C99444E27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972550" y="30765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D76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CA1DB5-633A-4AE6-8D0C-107458FE1676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382250" y="30765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D765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460E15-048A-404C-94C4-36206DB0573C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133600" y="483870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8618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DA23E-16F5-43AB-93E1-0518978133B3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000625" y="4838700"/>
            <a:ext cx="31908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8618D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weights-stream-ascent-remote">
            <a:extLst xmlns:a="http://schemas.openxmlformats.org/drawingml/2006/main">
              <a:ext uri="{FF2B5EF4-FFF2-40B4-BE49-F238E27FC236}">
                <a16:creationId xmlns:a16="http://schemas.microsoft.com/office/drawing/2014/main" id="{6207E956-0FB4-4D74-9181-113B9334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047875"/>
            <a:ext cx="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4D7657"/>
            </a:solidFill>
            <a:prstDash val="dash"/>
          </a:ln>
        </p:spPr>
      </p:sp>
      <p:sp>
        <p:nvSpPr>
          <p:cNvPr id="36" name="weights-stream-horizontal">
            <a:extLst xmlns:a="http://schemas.openxmlformats.org/drawingml/2006/main">
              <a:ext uri="{FF2B5EF4-FFF2-40B4-BE49-F238E27FC236}">
                <a16:creationId xmlns:a16="http://schemas.microsoft.com/office/drawing/2014/main" id="{A98FD5BC-6804-42ED-A047-D7FB8E93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047875"/>
            <a:ext cx="576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4D7657"/>
            </a:solidFill>
            <a:prstDash val="dash"/>
          </a:ln>
        </p:spPr>
      </p:sp>
      <p:sp>
        <p:nvSpPr>
          <p:cNvPr id="37" name="weights-stream-ascent-local">
            <a:extLst xmlns:a="http://schemas.openxmlformats.org/drawingml/2006/main">
              <a:ext uri="{FF2B5EF4-FFF2-40B4-BE49-F238E27FC236}">
                <a16:creationId xmlns:a16="http://schemas.microsoft.com/office/drawing/2014/main" id="{222F3544-E4A7-4449-9471-B00E1A46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0478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4D7657"/>
            </a:solidFill>
            <a:prstDash val="dash"/>
          </a:ln>
        </p:spPr>
      </p:sp>
      <p:sp>
        <p:nvSpPr>
          <p:cNvPr id="38" name="weights-stream-arrowhead">
            <a:extLst xmlns:a="http://schemas.openxmlformats.org/drawingml/2006/main">
              <a:ext uri="{FF2B5EF4-FFF2-40B4-BE49-F238E27FC236}">
                <a16:creationId xmlns:a16="http://schemas.microsoft.com/office/drawing/2014/main" id="{75F52A31-565D-478A-989D-09B890E1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314950" y="24098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7657"/>
          </a:solidFill>
          <a:ln xmlns:a="http://schemas.openxmlformats.org/drawingml/2006/main" w="4763">
            <a:solidFill>
              <a:srgbClr val="4D7657"/>
            </a:solidFill>
            <a:prstDash val="solid"/>
          </a:ln>
        </p:spPr>
      </p:sp>
      <p:sp>
        <p:nvSpPr>
          <p:cNvPr id="39" name="block-outcome-line">
            <a:extLst xmlns:a="http://schemas.openxmlformats.org/drawingml/2006/main">
              <a:ext uri="{FF2B5EF4-FFF2-40B4-BE49-F238E27FC236}">
                <a16:creationId xmlns:a16="http://schemas.microsoft.com/office/drawing/2014/main" id="{49F2097A-2601-47D7-95AD-E0D5547E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85750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925353"/>
            </a:solidFill>
            <a:prstDash val="solid"/>
          </a:ln>
        </p:spPr>
      </p:sp>
      <p:sp>
        <p:nvSpPr>
          <p:cNvPr id="40" name="block-outcome-arrowhead">
            <a:extLst xmlns:a="http://schemas.openxmlformats.org/drawingml/2006/main">
              <a:ext uri="{FF2B5EF4-FFF2-40B4-BE49-F238E27FC236}">
                <a16:creationId xmlns:a16="http://schemas.microsoft.com/office/drawing/2014/main" id="{6621E436-9F2B-4306-AE28-906E895F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67200" y="33051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25353"/>
          </a:solidFill>
          <a:ln xmlns:a="http://schemas.openxmlformats.org/drawingml/2006/main" w="4763">
            <a:solidFill>
              <a:srgbClr val="92535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8176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2026-10-17T11:46:17.7530000Z</dcterms:created>
  <dcterms:modified xsi:type="dcterms:W3CDTF">2026-10-17T11:46:17.7530000Z</dcterms:modified>
</coreProperties>
</file>